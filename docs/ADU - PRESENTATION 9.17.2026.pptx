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1" r:id="rId3"/>
    <p:sldId id="258" r:id="rId4"/>
    <p:sldId id="260" r:id="rId5"/>
    <p:sldId id="259" r:id="rId6"/>
    <p:sldId id="257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73A5A-E08F-C406-8834-97138D039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19ED2-0245-9F52-60D8-BD4E4DD7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179B4-664B-8F3E-8C6C-AFA0133E0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4825-C9CE-4FAC-84B9-14ECC5ED8EB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D6262-024F-B823-DE49-18D55E6C6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B1ED2-6F91-18A8-2593-F750D38D0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B445F-E36F-4852-8EE7-7506658AA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97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EDD96-8F23-C758-4077-846687C19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B3037-37DC-F4E0-FC6D-B9F54B63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E2762-76F5-B9B8-4A9D-430419572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4825-C9CE-4FAC-84B9-14ECC5ED8EB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9E106-3780-F450-23BD-054751C01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537EF-62F2-2CFC-F2DD-821EB691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B445F-E36F-4852-8EE7-7506658AA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7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A5E02-F7E9-1B09-8AAE-15E472AC8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23E2D-18A5-FC2C-9733-5AD5ADF41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22DD-C981-2BD1-4A7D-ADE7CFE73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4825-C9CE-4FAC-84B9-14ECC5ED8EB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9906F-2447-99A9-3560-D86235D4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E987C-21F8-763C-C439-29734AA6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B445F-E36F-4852-8EE7-7506658AA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2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08FDB-0C03-9A7A-0F3B-A6E0A23C5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39047-3FEE-ACB5-7C60-F877F1BA2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F49B3-6316-554F-300F-57C41A5D2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67A1D-C909-1535-71BC-357DF0E9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4825-C9CE-4FAC-84B9-14ECC5ED8EB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69262-8E25-41E3-E85C-BDEBBEB0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CBC92-6AC6-FD9E-1FDD-02A84043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B445F-E36F-4852-8EE7-7506658AA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7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F20D6-8971-CD3C-362A-0508E6CAA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6FB61-2DA9-7FDE-983D-E4F029AB2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E1905-B345-505B-FC28-C0E6DDB3D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7CDF48-AC41-2DE9-B97B-58E868894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81DC9B-9199-7CCC-8DFA-11A2D3290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8A5AE9-15DE-9774-1481-77F635C9B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4825-C9CE-4FAC-84B9-14ECC5ED8EB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E82F9-2EE7-F5A2-7815-512B3CD0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DE47D-EE54-65A1-F71A-41F209EF4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B445F-E36F-4852-8EE7-7506658AA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4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263E9-CCFD-E5FC-8FDE-60E88357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8171D-6E33-6138-6746-64074A51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4825-C9CE-4FAC-84B9-14ECC5ED8EB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4D3A62-377D-0F45-F5AC-54B2856F7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497FF-BCEE-629E-D8DA-154195209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B445F-E36F-4852-8EE7-7506658AA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73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9A01D-FAE3-4968-B75D-06EBDAA5B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4825-C9CE-4FAC-84B9-14ECC5ED8EB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33047-4C18-40B8-F5FB-BEB292AB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B3A13-50A0-4851-E217-C23A535F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B445F-E36F-4852-8EE7-7506658AA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B4860-E278-53CC-9D7A-A3BAC4361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D7BC8-4D09-EDED-BC64-A13A3CBA6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51189-465F-E61C-4D32-595DAEC0C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F52DC-75FC-4386-7C79-760325B9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4825-C9CE-4FAC-84B9-14ECC5ED8EB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25956-59C7-534F-3AB1-B34D0060C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41C59-454F-759C-E214-2C0C527A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B445F-E36F-4852-8EE7-7506658AA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9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61DFC-95A9-C86F-3E44-594B79F9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36D3-9D07-8596-38D8-C81883E9D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2CACB-1DD7-8B06-CF66-81858F56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F7D88-D709-AD8D-2F77-5AFD934C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4825-C9CE-4FAC-84B9-14ECC5ED8EB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C220C-39A6-115E-E46F-DB7CAC13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3F755-A87B-7B5A-FCC0-C7B314DB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B445F-E36F-4852-8EE7-7506658AA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09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D549-B4BB-154C-B62E-64105130E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5F545-A0D0-8D32-9EAC-10878EE58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8CDA4-60C3-98B8-5F1B-28E81E557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4825-C9CE-4FAC-84B9-14ECC5ED8EB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99C65-4E07-69B8-A010-8B2BFFCAB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70A41-5990-DE8E-95BD-D25C1CAD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B445F-E36F-4852-8EE7-7506658AA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76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1374A-5510-4DFA-0A3C-2B316F562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DA037-FD04-EE00-312E-9B99B808D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00A04-0B80-DD5A-F086-368A0DEF7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4825-C9CE-4FAC-84B9-14ECC5ED8EB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C9928-69EA-F86B-9D65-08C2DA2AB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76F8B-3B2F-CCFE-9BA0-04316A86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B445F-E36F-4852-8EE7-7506658AA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6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094D21-A640-1047-2049-EE104F8F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D2CE0-D997-3333-365D-FE8F76BA2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9FA66-AB8A-8EB5-2C3E-6082DC11C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F4825-C9CE-4FAC-84B9-14ECC5ED8EB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4E4EF-0DED-8FFD-460C-D70CA3B46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7798A-DA08-4A27-531B-B44A327B4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B445F-E36F-4852-8EE7-7506658AA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00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2CAFA2-36F4-3E48-4AFE-DD8B4FF89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4" y="0"/>
            <a:ext cx="12110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92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6DBA48-260E-6915-5A42-352C28E5B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796" y="582250"/>
            <a:ext cx="8706255" cy="566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1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E00435-F1F1-44AE-9DDD-14515B156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213" y="607773"/>
            <a:ext cx="8789936" cy="57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98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852E56-A0EE-8359-F910-FC8F70D2D1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49"/>
          <a:stretch/>
        </p:blipFill>
        <p:spPr>
          <a:xfrm>
            <a:off x="1890346" y="450945"/>
            <a:ext cx="8124092" cy="573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700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F4277A-C149-398B-A90B-F803BE49D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185" y="433824"/>
            <a:ext cx="9183629" cy="599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19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3710EB-0F8A-E9B4-244D-5C10A2945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392" y="355739"/>
            <a:ext cx="9135208" cy="59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9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D29261-E80D-CA3E-E553-78CE79D8C9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06"/>
          <a:stretch/>
        </p:blipFill>
        <p:spPr>
          <a:xfrm>
            <a:off x="763042" y="447473"/>
            <a:ext cx="3916266" cy="619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17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Aileen Becker</dc:creator>
  <cp:lastModifiedBy>Aileen Becker</cp:lastModifiedBy>
  <cp:revision>1</cp:revision>
  <dcterms:created xsi:type="dcterms:W3CDTF">2026-09-17T21:02:43Z</dcterms:created>
  <dcterms:modified xsi:type="dcterms:W3CDTF">2026-09-17T22:40:20Z</dcterms:modified>
</cp:coreProperties>
</file>